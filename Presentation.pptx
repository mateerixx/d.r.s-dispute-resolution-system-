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DRS — Dispute Resolution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2FF"/>
                </a:solidFill>
                <a:latin typeface="Calibri"/>
              </a:defRPr>
            </a:pPr>
            <a:r>
              <a:t>AI-Powered Chargeback Resolution for Indian D2C E-Commerce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Python · FastAPI · PostgreSQL · React · Gemini · Groq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572000"/>
            <a:ext cx="2743200" cy="1828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Hackathon Submission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Manual chargeback resolution is slow, expensive, and inconsistent.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High dispute volume: Mid-size D2C brands receive 100-500 chargebacks per month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Manual review takes 15-30 minutes per case → ₹50-150K/month operational cost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Evidence gathering across Razorpay, Shopify, Shiprocket — entirely manual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Inconsistent verdicts due to human fatigue &amp; varying expertise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No audit trail or analytics on dispute patterns and resolution quality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End-to-end automated chargeback resolution with LLM-powered reasoning.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Auto-fetch: Pulls payment (Razorpay), order (Shopify), and logistics (Shiprocket) data automatically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OCR + Vision: Gemini 2.0 Flash extracts invoice data &amp; detects product defects from images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Scoring Matrix: 5-rule deterministic scoring (documentation, timeline, evidence quality, etc.)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LLM Reasoning: Groq (LLaMA 3 70B) → Gemini 2.0 Flash → deterministic fallback verdict pipeline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Real-time SSE: Live dispute status updates pushed to frontend without polling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Full RBAC: Customer, Merchant, and Admin portals with role-specific views &amp;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"/>
            <a:ext cx="8229600" cy="640080"/>
          </a:xfrm>
          <a:prstGeom prst="rect">
            <a:avLst/>
          </a:prstGeom>
          <a:solidFill>
            <a:srgbClr val="1A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1"/>
            <a:ext cx="54864" cy="6400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45721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Frontend (React 19 + Vite)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47473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GSAP animations · Three.js 3D · Tailwind CSS · SSE live updates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"/>
            <a:ext cx="8229600" cy="640080"/>
          </a:xfrm>
          <a:prstGeom prst="rect">
            <a:avLst/>
          </a:prstGeom>
          <a:solidFill>
            <a:srgbClr val="1A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2"/>
            <a:ext cx="54864" cy="6400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4572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Backend API (FastAPI)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4747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Auth · CRUD · Admin · Webhooks · Bulk ops · Rate limiting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3"/>
            <a:ext cx="8229600" cy="640080"/>
          </a:xfrm>
          <a:prstGeom prst="rect">
            <a:avLst/>
          </a:prstGeom>
          <a:solidFill>
            <a:srgbClr val="1A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0" y="3"/>
            <a:ext cx="54864" cy="6400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45723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Services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47475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Auto-fetch · OCR/Vision · Reasoning pipeline · Adjudication · Email (Resend)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5"/>
            <a:ext cx="8229600" cy="640080"/>
          </a:xfrm>
          <a:prstGeom prst="rect">
            <a:avLst/>
          </a:prstGeom>
          <a:solidFill>
            <a:srgbClr val="1A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0" y="5"/>
            <a:ext cx="54864" cy="6400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3120" y="45725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Database (PostgreSQL 16)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47477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Users · Merchants · Disputes · Evidence · AuditTrail · AutoFetchedLogs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 Reasoning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"/>
            <a:ext cx="9601200" cy="685800"/>
          </a:xfrm>
          <a:prstGeom prst="rect">
            <a:avLst/>
          </a:prstGeom>
          <a:solidFill>
            <a:srgbClr val="1A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1. Evidence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45721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OCR extracts invoice lines · Vision detects product defects · Auto-fetch gathers payment/order/shipping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"/>
            <a:ext cx="9601200" cy="685800"/>
          </a:xfrm>
          <a:prstGeom prst="rect">
            <a:avLst/>
          </a:prstGeom>
          <a:solidFill>
            <a:srgbClr val="1A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572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2. Data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5722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PII scrubbing (cards, phones, emails) · Evidence summary generation · Merchant policy lookup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"/>
            <a:ext cx="9601200" cy="685800"/>
          </a:xfrm>
          <a:prstGeom prst="rect">
            <a:avLst/>
          </a:prstGeom>
          <a:solidFill>
            <a:srgbClr val="1A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572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3. LLM Reasoning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5723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Groq (LLaMA 3 70B) primary → Gemini 2.0 Flash fallback → Deterministic fallback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"/>
            <a:ext cx="9601200" cy="685800"/>
          </a:xfrm>
          <a:prstGeom prst="rect">
            <a:avLst/>
          </a:prstGeom>
          <a:solidFill>
            <a:srgbClr val="1A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57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4. 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5724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5-factor scoring matrix: documentation, timeline, evidence quality, merchant cooperation, amount ratio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5"/>
            <a:ext cx="9601200" cy="685800"/>
          </a:xfrm>
          <a:prstGeom prst="rect">
            <a:avLst/>
          </a:prstGeom>
          <a:solidFill>
            <a:srgbClr val="1A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572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5. Verdict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5725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REFUND_USER / REJECT_DISPUTE / PARTIAL_REFUND with confidence score &amp; 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6"/>
            <a:ext cx="9601200" cy="685800"/>
          </a:xfrm>
          <a:prstGeom prst="rect">
            <a:avLst/>
          </a:prstGeom>
          <a:solidFill>
            <a:srgbClr val="1A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572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6.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5726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Every step logged with timestamp, actor, and metadata for full transparency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Customer Portal — File disputes, upload evidence, track status in real-time via SSE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Merchant Dashboard — View assigned disputes, submit defence evidence, respond to claims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Admin Console — Full audit trail with expandable metadata, analytics with charts &amp; CSV export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Email Notifications — Automated alerts via Resend for dispute lifecycle events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Webhook API — HMAC-SHA256 signed endpoint for external system integration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Bulk Operations — Admin re-adjudication &amp; CSV export for multiple disputes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Mobile Responsive — Bottom nav bar, touch-friendly interactions, responsive grid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Docker Ready — Containerized deployment with docker-compose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CI/CD — GitHub Actions: lint, test, build for every push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Login Credentials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Customer: alice@example.com (any password)</a:t>
            </a:r>
          </a:p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Merchant: merchant@acme.com (any password)</a:t>
            </a:r>
          </a:p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Admin: admin@drs.com (any password)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1. Customer logs in → files a dispute → sees live verdict via SSE</a:t>
            </a:r>
          </a:p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2. Merchant logs in → views dispute → submits defence evidence</a:t>
            </a:r>
          </a:p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3. Admin logs in → reviews audit trail → views analytics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Evaluation Results (40-case golden dataset)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976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Deterministic (fast) mode: 18/40 correct (45% accuracy)</a:t>
            </a:r>
          </a:p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Full LLM pipeline: Requires Groq + Gemini API keys for execution</a:t>
            </a:r>
          </a:p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All scoring rules (documentation, timeline, evidence, merchant, amount) verified in dry-run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371600"/>
            <a:ext cx="2560320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01168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Python 3.13+</a:t>
            </a: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FastAPI</a:t>
            </a: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SQLAlchemy 2.0</a:t>
            </a: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asyncpg</a:t>
            </a: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Alembic</a:t>
            </a: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Pydantic v2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371600"/>
            <a:ext cx="2560320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01168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React 19</a:t>
            </a: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Vite 8</a:t>
            </a: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Tailwind CSS</a:t>
            </a: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GSAP 3</a:t>
            </a: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Three.js</a:t>
            </a: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Lucide Icons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59" y="1371600"/>
            <a:ext cx="2560320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59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AI/ML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01168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Gemini 2.0 Flash</a:t>
            </a: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Groq (LLaMA 3 70B)</a:t>
            </a: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OCR + Vision API</a:t>
            </a: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PII Scrubbing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199" y="1371600"/>
            <a:ext cx="2560320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199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Infra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79" y="201168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PostgreSQL 16</a:t>
            </a: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Docker</a:t>
            </a: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docker-compose</a:t>
            </a: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GitHub Actions</a:t>
            </a: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Uvicorn</a:t>
            </a:r>
          </a:p>
          <a:p>
            <a:pPr>
              <a:spcAft>
                <a:spcPts val="3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Nginx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D2FF"/>
                </a:solidFill>
                <a:latin typeface="Calibri"/>
              </a:defRPr>
            </a:pPr>
            <a:r>
              <a:t>GitHub Repository: https://github.com/MateeRixx/D.R.S-Dispute-Resolution-System-</a:t>
            </a:r>
          </a:p>
          <a:p>
            <a:pPr>
              <a:spcAft>
                <a:spcPts val="1000"/>
              </a:spcAft>
              <a:defRPr sz="1800">
                <a:solidFill>
                  <a:srgbClr val="00D2FF"/>
                </a:solidFill>
                <a:latin typeface="Calibri"/>
              </a:defRPr>
            </a:pPr>
            <a:r>
              <a:t>API Documentation: http://localhost:8000/docs (Swagger UI)</a:t>
            </a:r>
          </a:p>
          <a:p>
            <a:pPr>
              <a:spcAft>
                <a:spcPts val="1000"/>
              </a:spcAft>
              <a:defRPr sz="1800">
                <a:solidFill>
                  <a:srgbClr val="00D2FF"/>
                </a:solidFill>
                <a:latin typeface="Calibri"/>
              </a:defRPr>
            </a:pPr>
            <a:r>
              <a:t>Frontend App: http://localhost:5173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200400"/>
            <a:ext cx="5486400" cy="1828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Questions? Feel free to reach 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